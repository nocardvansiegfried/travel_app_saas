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Первая страница" id="{05B2BD5B-8B3F-42E7-9783-31ECA482F7A2}">
          <p14:sldIdLst>
            <p14:sldId id="256"/>
            <p14:sldId id="25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6B2F3A-36E1-BEA8-2CE3-B9075417D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31C1FA-61B8-45EF-DDD8-D1081FB38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8AF699-506E-A71D-6B5A-BFC44499E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925CE-2620-4DBB-A725-E5F15F17B29F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CCA0D4-61E6-765D-1B93-E3E1FBA2C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F8DC6A-C5CC-FCAA-8BCA-AB6F53C2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DDFED-E0D9-4B4D-95B3-63A0281587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084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F9CC90-D361-0852-7E4B-1937AF24D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94255A-A01F-787A-58DE-18522FFA9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10A64B-142A-1E21-30A3-B7A7291A8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925CE-2620-4DBB-A725-E5F15F17B29F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DF5CC1-1F95-BA02-81C1-DFB70207E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525878-793F-B96D-9776-DAC835818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DDFED-E0D9-4B4D-95B3-63A0281587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1210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EAC05D-B69F-307E-10A4-9E8A9AE4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A3A04D-DB57-293A-8517-F0C03976C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394430-386C-0C4A-F5EE-F4CB94441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925CE-2620-4DBB-A725-E5F15F17B29F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C9CC8A-3F15-9ABB-0138-CD4238C13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0E207D-6D7D-B48B-0F16-74600C5CD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DDFED-E0D9-4B4D-95B3-63A0281587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1989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7A5370-5030-DB09-D22C-7668E27D5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6305E8-7041-9297-CAB7-48640ABB1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48B5CF8-EDD3-ABF5-A75E-64D0F0ECD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D51427C-2BE3-F26C-371F-38AAB23CC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925CE-2620-4DBB-A725-E5F15F17B29F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4208B5-0EFD-CFD1-77AE-2C47834B7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C47901-D4C0-03A8-7D3D-670AF9A65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DDFED-E0D9-4B4D-95B3-63A0281587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4573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20FB94-81B2-E91A-0C4D-3A8D77221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B83DAA-7A14-A5EF-AEF1-C0461433B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B9358A6-8CD7-B164-D6C4-A6D3837FDB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5CFD89D-13A9-1B85-076A-A9DE75E102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6F19BEA-7E2A-5BDF-7919-15A837E33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65E1DD7-66EF-20CA-A607-57D4EBF37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925CE-2620-4DBB-A725-E5F15F17B29F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B82DBE8-9929-3EF3-210C-D2F1088A7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5D2D916-CA76-3306-08B4-7D305061C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DDFED-E0D9-4B4D-95B3-63A0281587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23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D51B31-20A0-4172-43D8-CA3D07783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3A09552-8F3F-B9AD-62C5-A592637EF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925CE-2620-4DBB-A725-E5F15F17B29F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813591E-A4E4-DFEA-7159-34ADB8FA3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A525CF6-73D0-AF44-3CBB-900A3CCD3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DDFED-E0D9-4B4D-95B3-63A0281587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4804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A744D9A-DAF2-B78D-1A15-96800819E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925CE-2620-4DBB-A725-E5F15F17B29F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26C4E05-802E-FD42-4734-04AAA27F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C24B11D-FB10-C32A-6718-2381B1BE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DDFED-E0D9-4B4D-95B3-63A0281587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8360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27D609-15D1-D811-2EDD-9D90BC994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843D17-B163-AB07-339C-71A8CDA61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9DA2FB-9832-9FAF-2ABF-56F0B9466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DBCF4B-1487-0592-1694-F259E8E9D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925CE-2620-4DBB-A725-E5F15F17B29F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C9ED73D-3CED-140F-0FC0-F3D520B66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BFCCD2-81AF-2535-2C4A-5F16BCB1B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DDFED-E0D9-4B4D-95B3-63A0281587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6671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9BA434-E29A-9427-12A8-304C0C4D4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D9F425A-32BA-B072-F893-948308920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9E082FE-E9E5-82FC-0EF1-5B3447666D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C5C373-2464-4E98-71DE-2BD1D4BB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925CE-2620-4DBB-A725-E5F15F17B29F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9F04BDA-3E35-1626-F25B-FDFEF5BC4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6546D4-4DEC-1A76-24EB-2FB8FF897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DDFED-E0D9-4B4D-95B3-63A0281587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757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816974-EEC1-0696-7A5F-5E69604C5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09B2990-760E-5E75-1094-59A7E267F8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575365-A385-BAA9-A4C9-25DF1BB02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925CE-2620-4DBB-A725-E5F15F17B29F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5F7F16-648B-20CE-CC52-D8A141232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FD4E7B-7721-FC77-AC2C-4123AA66C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DDFED-E0D9-4B4D-95B3-63A0281587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1776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0DAEB22-0B65-5C87-AC08-CE453B89D1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0CF168C-1170-1235-99B5-47A1B73E8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A97809-6FE9-AC44-C66E-032AD256B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925CE-2620-4DBB-A725-E5F15F17B29F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871AEC-0ADC-D805-4880-148C9C8D9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18F92A-7FD8-DFDE-CE20-378205182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DDFED-E0D9-4B4D-95B3-63A0281587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3835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B04396-4DD2-7A12-E5CF-5544B8D22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A2DC83-FF2D-EE44-FC3E-81F3C4DD8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F9FA13-7061-5074-9DC9-1D18B671EE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925CE-2620-4DBB-A725-E5F15F17B29F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20EB53-F8D8-30AF-998B-EB4EF40560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5EA6D4-0333-1FC4-3FD6-28D3AD9216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DDFED-E0D9-4B4D-95B3-63A0281587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1806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E628FB9B-EE11-E3D8-1DB2-650F6DB9E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70" y="2130907"/>
            <a:ext cx="2155526" cy="5920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65B1F8F-F364-D624-627B-52654E7C4DE5}"/>
              </a:ext>
            </a:extLst>
          </p:cNvPr>
          <p:cNvSpPr/>
          <p:nvPr/>
        </p:nvSpPr>
        <p:spPr>
          <a:xfrm>
            <a:off x="859535" y="246888"/>
            <a:ext cx="1090039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2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Мультимодальные перемещения до любой точки мира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15EBA2B-3890-7A13-7C50-7A0F9BBCF26C}"/>
              </a:ext>
            </a:extLst>
          </p:cNvPr>
          <p:cNvSpPr/>
          <p:nvPr/>
        </p:nvSpPr>
        <p:spPr>
          <a:xfrm>
            <a:off x="5209606" y="1032975"/>
            <a:ext cx="67683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+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CD8CA6C-20BA-EB5D-8724-B080B6D3A5B8}"/>
              </a:ext>
            </a:extLst>
          </p:cNvPr>
          <p:cNvSpPr/>
          <p:nvPr/>
        </p:nvSpPr>
        <p:spPr>
          <a:xfrm>
            <a:off x="9170878" y="2073611"/>
            <a:ext cx="67683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+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654AE6A-BEC2-D76F-9874-B6498394E719}"/>
              </a:ext>
            </a:extLst>
          </p:cNvPr>
          <p:cNvSpPr/>
          <p:nvPr/>
        </p:nvSpPr>
        <p:spPr>
          <a:xfrm>
            <a:off x="6592540" y="2133242"/>
            <a:ext cx="67683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+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786C0C0-F5D8-A76D-BED1-0DBCBE5A38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486" y="1034927"/>
            <a:ext cx="1780230" cy="11369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3C40BE1-FAC0-7DF6-DA6F-781E0A19BBD6}"/>
              </a:ext>
            </a:extLst>
          </p:cNvPr>
          <p:cNvSpPr/>
          <p:nvPr/>
        </p:nvSpPr>
        <p:spPr>
          <a:xfrm>
            <a:off x="7899594" y="3148526"/>
            <a:ext cx="67683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+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529E696-BCB7-E071-7940-FDB0F1DED143}"/>
              </a:ext>
            </a:extLst>
          </p:cNvPr>
          <p:cNvSpPr/>
          <p:nvPr/>
        </p:nvSpPr>
        <p:spPr>
          <a:xfrm>
            <a:off x="7895800" y="921801"/>
            <a:ext cx="67683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+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3D9510D1-69ED-12AB-F8DE-279E9A5BDE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3412" y="1948391"/>
            <a:ext cx="1798645" cy="11868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EEC0509-8B96-9237-6430-1CFB51CAFF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71042"/>
            <a:ext cx="1780230" cy="11868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B363751-766A-0200-5F26-EEC1F168C6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3059" y="2958442"/>
            <a:ext cx="1780230" cy="11868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A03E85A-930C-0FC7-4289-C460359B57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7074" y="1964742"/>
            <a:ext cx="1780230" cy="11868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95582D-BE4C-9CEC-46B5-C88C1DBEF2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66" y="971689"/>
            <a:ext cx="1780230" cy="11868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3AE8DED-8E87-2712-15E7-5510A17B12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66" y="2957795"/>
            <a:ext cx="1780230" cy="11868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C95EED8-FE76-0067-65B9-0ABA7FAEE3A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495" y="1948391"/>
            <a:ext cx="1780230" cy="11868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7EE238B2-6EAC-A174-F724-82EC3BB75374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263"/>
          <a:stretch/>
        </p:blipFill>
        <p:spPr>
          <a:xfrm>
            <a:off x="375948" y="4071856"/>
            <a:ext cx="5172075" cy="228659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03E88511-B549-CAB7-BB4E-11F850C04EF3}"/>
              </a:ext>
            </a:extLst>
          </p:cNvPr>
          <p:cNvSpPr/>
          <p:nvPr/>
        </p:nvSpPr>
        <p:spPr>
          <a:xfrm>
            <a:off x="500470" y="1688661"/>
            <a:ext cx="216559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16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Выбрать направление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6FF7AB13-7B05-DB8B-8AAA-1459BE6B48D6}"/>
              </a:ext>
            </a:extLst>
          </p:cNvPr>
          <p:cNvSpPr/>
          <p:nvPr/>
        </p:nvSpPr>
        <p:spPr>
          <a:xfrm>
            <a:off x="190841" y="998552"/>
            <a:ext cx="263706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Москва</a:t>
            </a:r>
            <a:r>
              <a:rPr lang="ru-RU" sz="20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(вы здесь)</a:t>
            </a:r>
            <a:r>
              <a:rPr 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sym typeface="Wingdings" panose="05000000000000000000" pitchFamily="2" charset="2"/>
              </a:rPr>
              <a:t> </a:t>
            </a:r>
            <a:endParaRPr lang="ru-RU" sz="20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F1DAF7A4-7CD2-2E6C-246C-D36AFE0D6369}"/>
              </a:ext>
            </a:extLst>
          </p:cNvPr>
          <p:cNvSpPr/>
          <p:nvPr/>
        </p:nvSpPr>
        <p:spPr>
          <a:xfrm>
            <a:off x="506776" y="2133610"/>
            <a:ext cx="215552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8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sym typeface="Wingdings" panose="05000000000000000000" pitchFamily="2" charset="2"/>
              </a:rPr>
              <a:t>Бердигестях</a:t>
            </a:r>
            <a:r>
              <a:rPr 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sym typeface="Wingdings" panose="05000000000000000000" pitchFamily="2" charset="2"/>
              </a:rPr>
              <a:t> </a:t>
            </a:r>
            <a:endParaRPr lang="ru-RU" sz="20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47474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4503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19</Words>
  <Application>Microsoft Office PowerPoint</Application>
  <PresentationFormat>Широкоэкранный</PresentationFormat>
  <Paragraphs>9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Михаил Туприн</dc:creator>
  <cp:lastModifiedBy>Михаил Туприн</cp:lastModifiedBy>
  <cp:revision>1</cp:revision>
  <dcterms:created xsi:type="dcterms:W3CDTF">2025-11-14T12:38:24Z</dcterms:created>
  <dcterms:modified xsi:type="dcterms:W3CDTF">2025-11-14T14:48:23Z</dcterms:modified>
</cp:coreProperties>
</file>